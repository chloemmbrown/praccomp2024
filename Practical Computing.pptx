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FA5738-9F16-48C6-B99D-873D8C883178}" v="15" dt="2024-12-05T19:51:42.5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0" autoAdjust="0"/>
    <p:restoredTop sz="89331" autoAdjust="0"/>
  </p:normalViewPr>
  <p:slideViewPr>
    <p:cSldViewPr snapToGrid="0">
      <p:cViewPr>
        <p:scale>
          <a:sx n="58" d="100"/>
          <a:sy n="58" d="100"/>
        </p:scale>
        <p:origin x="796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loe Manning-Moore" userId="2b4447b4bf610ad8" providerId="LiveId" clId="{5AFA5738-9F16-48C6-B99D-873D8C883178}"/>
    <pc:docChg chg="undo custSel addSld modSld">
      <pc:chgData name="Chloe Manning-Moore" userId="2b4447b4bf610ad8" providerId="LiveId" clId="{5AFA5738-9F16-48C6-B99D-873D8C883178}" dt="2024-12-05T21:45:29.283" v="957" actId="27636"/>
      <pc:docMkLst>
        <pc:docMk/>
      </pc:docMkLst>
      <pc:sldChg chg="addSp delSp modSp mod setBg delDesignElem">
        <pc:chgData name="Chloe Manning-Moore" userId="2b4447b4bf610ad8" providerId="LiveId" clId="{5AFA5738-9F16-48C6-B99D-873D8C883178}" dt="2024-12-05T19:51:33.128" v="934"/>
        <pc:sldMkLst>
          <pc:docMk/>
          <pc:sldMk cId="1747383801" sldId="256"/>
        </pc:sldMkLst>
        <pc:spChg chg="mod">
          <ac:chgData name="Chloe Manning-Moore" userId="2b4447b4bf610ad8" providerId="LiveId" clId="{5AFA5738-9F16-48C6-B99D-873D8C883178}" dt="2024-12-05T18:53:06.430" v="430" actId="255"/>
          <ac:spMkLst>
            <pc:docMk/>
            <pc:sldMk cId="1747383801" sldId="256"/>
            <ac:spMk id="2" creationId="{9CD872A7-9DB3-7C84-5891-4486C96D7D5F}"/>
          </ac:spMkLst>
        </pc:spChg>
        <pc:spChg chg="mod">
          <ac:chgData name="Chloe Manning-Moore" userId="2b4447b4bf610ad8" providerId="LiveId" clId="{5AFA5738-9F16-48C6-B99D-873D8C883178}" dt="2024-12-05T18:53:16.787" v="431" actId="255"/>
          <ac:spMkLst>
            <pc:docMk/>
            <pc:sldMk cId="1747383801" sldId="256"/>
            <ac:spMk id="3" creationId="{6305D4DB-3AFF-C147-AB91-1FED81070AB1}"/>
          </ac:spMkLst>
        </pc:spChg>
        <pc:spChg chg="add del">
          <ac:chgData name="Chloe Manning-Moore" userId="2b4447b4bf610ad8" providerId="LiveId" clId="{5AFA5738-9F16-48C6-B99D-873D8C883178}" dt="2024-12-05T18:52:52.601" v="428" actId="26606"/>
          <ac:spMkLst>
            <pc:docMk/>
            <pc:sldMk cId="1747383801" sldId="256"/>
            <ac:spMk id="9" creationId="{22A397E7-BF60-45B2-84C7-B074B76C37A7}"/>
          </ac:spMkLst>
        </pc:spChg>
        <pc:spChg chg="add del">
          <ac:chgData name="Chloe Manning-Moore" userId="2b4447b4bf610ad8" providerId="LiveId" clId="{5AFA5738-9F16-48C6-B99D-873D8C883178}" dt="2024-12-05T18:52:52.601" v="428" actId="26606"/>
          <ac:spMkLst>
            <pc:docMk/>
            <pc:sldMk cId="1747383801" sldId="256"/>
            <ac:spMk id="11" creationId="{890DEF05-784E-4B61-89E4-04C4ECF4E5A0}"/>
          </ac:spMkLst>
        </pc:spChg>
        <pc:spChg chg="add del">
          <ac:chgData name="Chloe Manning-Moore" userId="2b4447b4bf610ad8" providerId="LiveId" clId="{5AFA5738-9F16-48C6-B99D-873D8C883178}" dt="2024-12-05T19:51:33.128" v="934"/>
          <ac:spMkLst>
            <pc:docMk/>
            <pc:sldMk cId="1747383801" sldId="256"/>
            <ac:spMk id="15" creationId="{68AF5748-FED8-45BA-8631-26D1D10F3246}"/>
          </ac:spMkLst>
        </pc:spChg>
        <pc:spChg chg="add del">
          <ac:chgData name="Chloe Manning-Moore" userId="2b4447b4bf610ad8" providerId="LiveId" clId="{5AFA5738-9F16-48C6-B99D-873D8C883178}" dt="2024-12-05T19:51:33.128" v="934"/>
          <ac:spMkLst>
            <pc:docMk/>
            <pc:sldMk cId="1747383801" sldId="256"/>
            <ac:spMk id="16" creationId="{AF2F604E-43BE-4DC3-B983-E071523364F8}"/>
          </ac:spMkLst>
        </pc:spChg>
        <pc:spChg chg="add del">
          <ac:chgData name="Chloe Manning-Moore" userId="2b4447b4bf610ad8" providerId="LiveId" clId="{5AFA5738-9F16-48C6-B99D-873D8C883178}" dt="2024-12-05T19:51:33.128" v="934"/>
          <ac:spMkLst>
            <pc:docMk/>
            <pc:sldMk cId="1747383801" sldId="256"/>
            <ac:spMk id="17" creationId="{08C9B587-E65E-4B52-B37C-ABEBB6E87928}"/>
          </ac:spMkLst>
        </pc:spChg>
        <pc:picChg chg="add mod ord">
          <ac:chgData name="Chloe Manning-Moore" userId="2b4447b4bf610ad8" providerId="LiveId" clId="{5AFA5738-9F16-48C6-B99D-873D8C883178}" dt="2024-12-05T19:28:23.660" v="597" actId="1076"/>
          <ac:picMkLst>
            <pc:docMk/>
            <pc:sldMk cId="1747383801" sldId="256"/>
            <ac:picMk id="4" creationId="{282976BD-2DA8-7B02-90E5-4069B0CE78A4}"/>
          </ac:picMkLst>
        </pc:picChg>
        <pc:cxnChg chg="add del">
          <ac:chgData name="Chloe Manning-Moore" userId="2b4447b4bf610ad8" providerId="LiveId" clId="{5AFA5738-9F16-48C6-B99D-873D8C883178}" dt="2024-12-05T18:52:52.601" v="428" actId="26606"/>
          <ac:cxnSpMkLst>
            <pc:docMk/>
            <pc:sldMk cId="1747383801" sldId="256"/>
            <ac:cxnSpMk id="13" creationId="{C41BAEC7-F7B0-4224-8B18-8F74B7D87F0B}"/>
          </ac:cxnSpMkLst>
        </pc:cxnChg>
      </pc:sldChg>
      <pc:sldChg chg="addSp modSp mod">
        <pc:chgData name="Chloe Manning-Moore" userId="2b4447b4bf610ad8" providerId="LiveId" clId="{5AFA5738-9F16-48C6-B99D-873D8C883178}" dt="2024-12-05T21:45:29.283" v="957" actId="27636"/>
        <pc:sldMkLst>
          <pc:docMk/>
          <pc:sldMk cId="915108190" sldId="257"/>
        </pc:sldMkLst>
        <pc:spChg chg="mod">
          <ac:chgData name="Chloe Manning-Moore" userId="2b4447b4bf610ad8" providerId="LiveId" clId="{5AFA5738-9F16-48C6-B99D-873D8C883178}" dt="2024-12-05T21:44:50.493" v="948" actId="20577"/>
          <ac:spMkLst>
            <pc:docMk/>
            <pc:sldMk cId="915108190" sldId="257"/>
            <ac:spMk id="2" creationId="{04381ACA-3F35-7D5C-769C-99C188EC5375}"/>
          </ac:spMkLst>
        </pc:spChg>
        <pc:spChg chg="mod">
          <ac:chgData name="Chloe Manning-Moore" userId="2b4447b4bf610ad8" providerId="LiveId" clId="{5AFA5738-9F16-48C6-B99D-873D8C883178}" dt="2024-12-05T21:45:29.283" v="957" actId="27636"/>
          <ac:spMkLst>
            <pc:docMk/>
            <pc:sldMk cId="915108190" sldId="257"/>
            <ac:spMk id="3" creationId="{77E7B50F-21D3-3BD8-5074-514B0340540A}"/>
          </ac:spMkLst>
        </pc:spChg>
        <pc:picChg chg="add mod">
          <ac:chgData name="Chloe Manning-Moore" userId="2b4447b4bf610ad8" providerId="LiveId" clId="{5AFA5738-9F16-48C6-B99D-873D8C883178}" dt="2024-12-05T19:45:59.401" v="912" actId="1076"/>
          <ac:picMkLst>
            <pc:docMk/>
            <pc:sldMk cId="915108190" sldId="257"/>
            <ac:picMk id="4" creationId="{840581F8-60D2-2A0E-B7C8-0648400CEC71}"/>
          </ac:picMkLst>
        </pc:picChg>
        <pc:picChg chg="add mod">
          <ac:chgData name="Chloe Manning-Moore" userId="2b4447b4bf610ad8" providerId="LiveId" clId="{5AFA5738-9F16-48C6-B99D-873D8C883178}" dt="2024-12-05T19:45:56.855" v="911" actId="1076"/>
          <ac:picMkLst>
            <pc:docMk/>
            <pc:sldMk cId="915108190" sldId="257"/>
            <ac:picMk id="5" creationId="{D06821F5-7A6A-2E55-F934-78CCF597191E}"/>
          </ac:picMkLst>
        </pc:picChg>
      </pc:sldChg>
      <pc:sldChg chg="addSp delSp modSp mod setBg delDesignElem">
        <pc:chgData name="Chloe Manning-Moore" userId="2b4447b4bf610ad8" providerId="LiveId" clId="{5AFA5738-9F16-48C6-B99D-873D8C883178}" dt="2024-12-05T19:51:33.128" v="934"/>
        <pc:sldMkLst>
          <pc:docMk/>
          <pc:sldMk cId="1508491512" sldId="258"/>
        </pc:sldMkLst>
        <pc:spChg chg="mod">
          <ac:chgData name="Chloe Manning-Moore" userId="2b4447b4bf610ad8" providerId="LiveId" clId="{5AFA5738-9F16-48C6-B99D-873D8C883178}" dt="2024-12-05T19:40:58.214" v="871" actId="20577"/>
          <ac:spMkLst>
            <pc:docMk/>
            <pc:sldMk cId="1508491512" sldId="258"/>
            <ac:spMk id="2" creationId="{3E6E5D22-0261-D1EA-45C0-1DB98378E541}"/>
          </ac:spMkLst>
        </pc:spChg>
        <pc:spChg chg="mod">
          <ac:chgData name="Chloe Manning-Moore" userId="2b4447b4bf610ad8" providerId="LiveId" clId="{5AFA5738-9F16-48C6-B99D-873D8C883178}" dt="2024-12-05T19:49:36.275" v="926" actId="14100"/>
          <ac:spMkLst>
            <pc:docMk/>
            <pc:sldMk cId="1508491512" sldId="258"/>
            <ac:spMk id="3" creationId="{10E13BEB-FA5F-2B83-88E6-F6BC9A5A6B2E}"/>
          </ac:spMkLst>
        </pc:spChg>
        <pc:spChg chg="add mod">
          <ac:chgData name="Chloe Manning-Moore" userId="2b4447b4bf610ad8" providerId="LiveId" clId="{5AFA5738-9F16-48C6-B99D-873D8C883178}" dt="2024-12-05T19:44:57.469" v="907" actId="255"/>
          <ac:spMkLst>
            <pc:docMk/>
            <pc:sldMk cId="1508491512" sldId="258"/>
            <ac:spMk id="5" creationId="{5D029203-AEE7-FA95-C1B3-41C65F317509}"/>
          </ac:spMkLst>
        </pc:spChg>
        <pc:spChg chg="add del">
          <ac:chgData name="Chloe Manning-Moore" userId="2b4447b4bf610ad8" providerId="LiveId" clId="{5AFA5738-9F16-48C6-B99D-873D8C883178}" dt="2024-12-05T19:51:33.128" v="934"/>
          <ac:spMkLst>
            <pc:docMk/>
            <pc:sldMk cId="1508491512" sldId="258"/>
            <ac:spMk id="9" creationId="{0288C6B4-AFC3-407F-A595-EFFD38D4CCAF}"/>
          </ac:spMkLst>
        </pc:spChg>
        <pc:spChg chg="add del">
          <ac:chgData name="Chloe Manning-Moore" userId="2b4447b4bf610ad8" providerId="LiveId" clId="{5AFA5738-9F16-48C6-B99D-873D8C883178}" dt="2024-12-05T19:51:33.128" v="934"/>
          <ac:spMkLst>
            <pc:docMk/>
            <pc:sldMk cId="1508491512" sldId="258"/>
            <ac:spMk id="11" creationId="{CF236821-17FE-429B-8D2C-08E13A64EA40}"/>
          </ac:spMkLst>
        </pc:spChg>
        <pc:spChg chg="add del">
          <ac:chgData name="Chloe Manning-Moore" userId="2b4447b4bf610ad8" providerId="LiveId" clId="{5AFA5738-9F16-48C6-B99D-873D8C883178}" dt="2024-12-05T19:51:33.128" v="934"/>
          <ac:spMkLst>
            <pc:docMk/>
            <pc:sldMk cId="1508491512" sldId="258"/>
            <ac:spMk id="13" creationId="{C0BDBCD2-E081-43AB-9119-C55465E59757}"/>
          </ac:spMkLst>
        </pc:spChg>
        <pc:spChg chg="add del">
          <ac:chgData name="Chloe Manning-Moore" userId="2b4447b4bf610ad8" providerId="LiveId" clId="{5AFA5738-9F16-48C6-B99D-873D8C883178}" dt="2024-12-05T19:51:33.128" v="934"/>
          <ac:spMkLst>
            <pc:docMk/>
            <pc:sldMk cId="1508491512" sldId="258"/>
            <ac:spMk id="15" creationId="{98E79BE4-34FE-485A-98A5-92CE8F7C4743}"/>
          </ac:spMkLst>
        </pc:spChg>
        <pc:spChg chg="add del">
          <ac:chgData name="Chloe Manning-Moore" userId="2b4447b4bf610ad8" providerId="LiveId" clId="{5AFA5738-9F16-48C6-B99D-873D8C883178}" dt="2024-12-05T19:51:33.128" v="934"/>
          <ac:spMkLst>
            <pc:docMk/>
            <pc:sldMk cId="1508491512" sldId="258"/>
            <ac:spMk id="17" creationId="{7A5F0580-5EE9-419F-96EE-B6529EF6E7D0}"/>
          </ac:spMkLst>
        </pc:spChg>
        <pc:picChg chg="add mod">
          <ac:chgData name="Chloe Manning-Moore" userId="2b4447b4bf610ad8" providerId="LiveId" clId="{5AFA5738-9F16-48C6-B99D-873D8C883178}" dt="2024-12-05T19:44:12.545" v="897" actId="1076"/>
          <ac:picMkLst>
            <pc:docMk/>
            <pc:sldMk cId="1508491512" sldId="258"/>
            <ac:picMk id="4" creationId="{8B4768D8-25AC-F10E-8FD9-7AB057FA332C}"/>
          </ac:picMkLst>
        </pc:picChg>
        <pc:picChg chg="add mod">
          <ac:chgData name="Chloe Manning-Moore" userId="2b4447b4bf610ad8" providerId="LiveId" clId="{5AFA5738-9F16-48C6-B99D-873D8C883178}" dt="2024-12-05T19:44:27.437" v="901" actId="1076"/>
          <ac:picMkLst>
            <pc:docMk/>
            <pc:sldMk cId="1508491512" sldId="258"/>
            <ac:picMk id="6" creationId="{586D34AC-186B-A688-E2A2-BA360860C077}"/>
          </ac:picMkLst>
        </pc:picChg>
        <pc:picChg chg="add mod">
          <ac:chgData name="Chloe Manning-Moore" userId="2b4447b4bf610ad8" providerId="LiveId" clId="{5AFA5738-9F16-48C6-B99D-873D8C883178}" dt="2024-12-05T19:44:44.485" v="905" actId="1076"/>
          <ac:picMkLst>
            <pc:docMk/>
            <pc:sldMk cId="1508491512" sldId="258"/>
            <ac:picMk id="7" creationId="{86031E05-7110-8519-7340-B848901954BD}"/>
          </ac:picMkLst>
        </pc:picChg>
        <pc:picChg chg="add mod">
          <ac:chgData name="Chloe Manning-Moore" userId="2b4447b4bf610ad8" providerId="LiveId" clId="{5AFA5738-9F16-48C6-B99D-873D8C883178}" dt="2024-12-05T19:44:47.129" v="906" actId="1076"/>
          <ac:picMkLst>
            <pc:docMk/>
            <pc:sldMk cId="1508491512" sldId="258"/>
            <ac:picMk id="8" creationId="{BCEC6C42-6CDA-4523-D382-78476A8C672F}"/>
          </ac:picMkLst>
        </pc:picChg>
      </pc:sldChg>
      <pc:sldChg chg="modSp mod">
        <pc:chgData name="Chloe Manning-Moore" userId="2b4447b4bf610ad8" providerId="LiveId" clId="{5AFA5738-9F16-48C6-B99D-873D8C883178}" dt="2024-12-04T18:00:55.550" v="88" actId="1076"/>
        <pc:sldMkLst>
          <pc:docMk/>
          <pc:sldMk cId="3637841823" sldId="259"/>
        </pc:sldMkLst>
        <pc:spChg chg="mod">
          <ac:chgData name="Chloe Manning-Moore" userId="2b4447b4bf610ad8" providerId="LiveId" clId="{5AFA5738-9F16-48C6-B99D-873D8C883178}" dt="2024-12-04T18:00:55.550" v="88" actId="1076"/>
          <ac:spMkLst>
            <pc:docMk/>
            <pc:sldMk cId="3637841823" sldId="259"/>
            <ac:spMk id="2" creationId="{0EA474B6-353E-0EDB-509D-D783FD74AE30}"/>
          </ac:spMkLst>
        </pc:spChg>
      </pc:sldChg>
      <pc:sldChg chg="addSp delSp modSp mod setBg">
        <pc:chgData name="Chloe Manning-Moore" userId="2b4447b4bf610ad8" providerId="LiveId" clId="{5AFA5738-9F16-48C6-B99D-873D8C883178}" dt="2024-12-05T19:51:42.558" v="935"/>
        <pc:sldMkLst>
          <pc:docMk/>
          <pc:sldMk cId="836022570" sldId="260"/>
        </pc:sldMkLst>
        <pc:spChg chg="mod">
          <ac:chgData name="Chloe Manning-Moore" userId="2b4447b4bf610ad8" providerId="LiveId" clId="{5AFA5738-9F16-48C6-B99D-873D8C883178}" dt="2024-12-05T19:51:33.128" v="934"/>
          <ac:spMkLst>
            <pc:docMk/>
            <pc:sldMk cId="836022570" sldId="260"/>
            <ac:spMk id="2" creationId="{0C89DC06-BE71-68C1-12F3-6B2B8FEF1B4C}"/>
          </ac:spMkLst>
        </pc:spChg>
        <pc:spChg chg="del mod">
          <ac:chgData name="Chloe Manning-Moore" userId="2b4447b4bf610ad8" providerId="LiveId" clId="{5AFA5738-9F16-48C6-B99D-873D8C883178}" dt="2024-12-04T18:02:14.052" v="91" actId="478"/>
          <ac:spMkLst>
            <pc:docMk/>
            <pc:sldMk cId="836022570" sldId="260"/>
            <ac:spMk id="3" creationId="{A59F619B-BA4C-4BB3-9E1C-BE89FC4AE2C3}"/>
          </ac:spMkLst>
        </pc:spChg>
        <pc:picChg chg="add mod modCrop">
          <ac:chgData name="Chloe Manning-Moore" userId="2b4447b4bf610ad8" providerId="LiveId" clId="{5AFA5738-9F16-48C6-B99D-873D8C883178}" dt="2024-12-05T19:50:30.113" v="927" actId="1076"/>
          <ac:picMkLst>
            <pc:docMk/>
            <pc:sldMk cId="836022570" sldId="260"/>
            <ac:picMk id="5" creationId="{F3BEC12A-C7CF-1E06-AB20-C88F6CF422DB}"/>
          </ac:picMkLst>
        </pc:picChg>
      </pc:sldChg>
      <pc:sldChg chg="addSp modSp mod">
        <pc:chgData name="Chloe Manning-Moore" userId="2b4447b4bf610ad8" providerId="LiveId" clId="{5AFA5738-9F16-48C6-B99D-873D8C883178}" dt="2024-12-04T18:06:50.978" v="195" actId="1076"/>
        <pc:sldMkLst>
          <pc:docMk/>
          <pc:sldMk cId="3001735900" sldId="261"/>
        </pc:sldMkLst>
        <pc:spChg chg="mod">
          <ac:chgData name="Chloe Manning-Moore" userId="2b4447b4bf610ad8" providerId="LiveId" clId="{5AFA5738-9F16-48C6-B99D-873D8C883178}" dt="2024-12-04T18:04:20.104" v="149" actId="20577"/>
          <ac:spMkLst>
            <pc:docMk/>
            <pc:sldMk cId="3001735900" sldId="261"/>
            <ac:spMk id="2" creationId="{6CAA9ADF-4ED9-36DF-376D-0E7DB076143A}"/>
          </ac:spMkLst>
        </pc:spChg>
        <pc:spChg chg="mod">
          <ac:chgData name="Chloe Manning-Moore" userId="2b4447b4bf610ad8" providerId="LiveId" clId="{5AFA5738-9F16-48C6-B99D-873D8C883178}" dt="2024-12-04T18:03:55.320" v="119" actId="1076"/>
          <ac:spMkLst>
            <pc:docMk/>
            <pc:sldMk cId="3001735900" sldId="261"/>
            <ac:spMk id="3" creationId="{6AFB1E69-2560-D2E6-98DD-2A2323C76E3D}"/>
          </ac:spMkLst>
        </pc:spChg>
        <pc:picChg chg="add mod">
          <ac:chgData name="Chloe Manning-Moore" userId="2b4447b4bf610ad8" providerId="LiveId" clId="{5AFA5738-9F16-48C6-B99D-873D8C883178}" dt="2024-12-04T18:06:47.230" v="194" actId="14100"/>
          <ac:picMkLst>
            <pc:docMk/>
            <pc:sldMk cId="3001735900" sldId="261"/>
            <ac:picMk id="4" creationId="{A5E72769-852A-141B-6BC5-6E353BE10F30}"/>
          </ac:picMkLst>
        </pc:picChg>
        <pc:picChg chg="add mod">
          <ac:chgData name="Chloe Manning-Moore" userId="2b4447b4bf610ad8" providerId="LiveId" clId="{5AFA5738-9F16-48C6-B99D-873D8C883178}" dt="2024-12-04T18:06:50.978" v="195" actId="1076"/>
          <ac:picMkLst>
            <pc:docMk/>
            <pc:sldMk cId="3001735900" sldId="261"/>
            <ac:picMk id="5" creationId="{E9133E50-EBEF-D6A4-7891-34890ABCBD6D}"/>
          </ac:picMkLst>
        </pc:picChg>
      </pc:sldChg>
      <pc:sldChg chg="addSp delSp modSp add mod">
        <pc:chgData name="Chloe Manning-Moore" userId="2b4447b4bf610ad8" providerId="LiveId" clId="{5AFA5738-9F16-48C6-B99D-873D8C883178}" dt="2024-12-04T18:13:17.456" v="202" actId="14100"/>
        <pc:sldMkLst>
          <pc:docMk/>
          <pc:sldMk cId="996643615" sldId="262"/>
        </pc:sldMkLst>
        <pc:spChg chg="mod">
          <ac:chgData name="Chloe Manning-Moore" userId="2b4447b4bf610ad8" providerId="LiveId" clId="{5AFA5738-9F16-48C6-B99D-873D8C883178}" dt="2024-12-04T18:04:37.435" v="159" actId="20577"/>
          <ac:spMkLst>
            <pc:docMk/>
            <pc:sldMk cId="996643615" sldId="262"/>
            <ac:spMk id="2" creationId="{FA65BB45-801B-662B-3693-A6E920199949}"/>
          </ac:spMkLst>
        </pc:spChg>
        <pc:spChg chg="mod">
          <ac:chgData name="Chloe Manning-Moore" userId="2b4447b4bf610ad8" providerId="LiveId" clId="{5AFA5738-9F16-48C6-B99D-873D8C883178}" dt="2024-12-04T18:05:29.340" v="189" actId="14100"/>
          <ac:spMkLst>
            <pc:docMk/>
            <pc:sldMk cId="996643615" sldId="262"/>
            <ac:spMk id="3" creationId="{9196D25C-51EA-130C-FFAD-60C2A7200987}"/>
          </ac:spMkLst>
        </pc:spChg>
        <pc:picChg chg="del">
          <ac:chgData name="Chloe Manning-Moore" userId="2b4447b4bf610ad8" providerId="LiveId" clId="{5AFA5738-9F16-48C6-B99D-873D8C883178}" dt="2024-12-04T18:04:53.738" v="173" actId="478"/>
          <ac:picMkLst>
            <pc:docMk/>
            <pc:sldMk cId="996643615" sldId="262"/>
            <ac:picMk id="4" creationId="{1B16CB55-6777-B708-FBD1-8ADDAD8356D6}"/>
          </ac:picMkLst>
        </pc:picChg>
        <pc:picChg chg="add mod">
          <ac:chgData name="Chloe Manning-Moore" userId="2b4447b4bf610ad8" providerId="LiveId" clId="{5AFA5738-9F16-48C6-B99D-873D8C883178}" dt="2024-12-04T18:13:08.413" v="200" actId="14100"/>
          <ac:picMkLst>
            <pc:docMk/>
            <pc:sldMk cId="996643615" sldId="262"/>
            <ac:picMk id="5" creationId="{7C166143-45FC-86D7-17D1-13835AD07458}"/>
          </ac:picMkLst>
        </pc:picChg>
        <pc:picChg chg="add mod">
          <ac:chgData name="Chloe Manning-Moore" userId="2b4447b4bf610ad8" providerId="LiveId" clId="{5AFA5738-9F16-48C6-B99D-873D8C883178}" dt="2024-12-04T18:13:17.456" v="202" actId="14100"/>
          <ac:picMkLst>
            <pc:docMk/>
            <pc:sldMk cId="996643615" sldId="262"/>
            <ac:picMk id="7" creationId="{5797F46B-AC44-BFA2-7A8D-8B78E1889E91}"/>
          </ac:picMkLst>
        </pc:picChg>
      </pc:sldChg>
      <pc:sldChg chg="addSp delSp modSp new mod">
        <pc:chgData name="Chloe Manning-Moore" userId="2b4447b4bf610ad8" providerId="LiveId" clId="{5AFA5738-9F16-48C6-B99D-873D8C883178}" dt="2024-12-04T18:46:52.803" v="419" actId="1076"/>
        <pc:sldMkLst>
          <pc:docMk/>
          <pc:sldMk cId="2848489557" sldId="263"/>
        </pc:sldMkLst>
        <pc:spChg chg="mod">
          <ac:chgData name="Chloe Manning-Moore" userId="2b4447b4bf610ad8" providerId="LiveId" clId="{5AFA5738-9F16-48C6-B99D-873D8C883178}" dt="2024-12-04T18:39:05.156" v="382" actId="14100"/>
          <ac:spMkLst>
            <pc:docMk/>
            <pc:sldMk cId="2848489557" sldId="263"/>
            <ac:spMk id="2" creationId="{D7143C1C-9DAC-C2FD-3E3A-D8A3E4C278AB}"/>
          </ac:spMkLst>
        </pc:spChg>
        <pc:spChg chg="add del mod">
          <ac:chgData name="Chloe Manning-Moore" userId="2b4447b4bf610ad8" providerId="LiveId" clId="{5AFA5738-9F16-48C6-B99D-873D8C883178}" dt="2024-12-04T18:39:20.543" v="383" actId="1076"/>
          <ac:spMkLst>
            <pc:docMk/>
            <pc:sldMk cId="2848489557" sldId="263"/>
            <ac:spMk id="3" creationId="{2AAFCA6C-697C-03E5-2991-5EFBFC448845}"/>
          </ac:spMkLst>
        </pc:spChg>
        <pc:picChg chg="add mod modCrop">
          <ac:chgData name="Chloe Manning-Moore" userId="2b4447b4bf610ad8" providerId="LiveId" clId="{5AFA5738-9F16-48C6-B99D-873D8C883178}" dt="2024-12-04T18:46:48.907" v="418" actId="1076"/>
          <ac:picMkLst>
            <pc:docMk/>
            <pc:sldMk cId="2848489557" sldId="263"/>
            <ac:picMk id="5" creationId="{BB994F93-BF59-530D-EB88-830371F0EB27}"/>
          </ac:picMkLst>
        </pc:picChg>
        <pc:picChg chg="add mod modCrop">
          <ac:chgData name="Chloe Manning-Moore" userId="2b4447b4bf610ad8" providerId="LiveId" clId="{5AFA5738-9F16-48C6-B99D-873D8C883178}" dt="2024-12-04T18:46:40.954" v="416" actId="1076"/>
          <ac:picMkLst>
            <pc:docMk/>
            <pc:sldMk cId="2848489557" sldId="263"/>
            <ac:picMk id="7" creationId="{C6AE529F-9A0D-2BFC-85B6-2C7744C2E711}"/>
          </ac:picMkLst>
        </pc:picChg>
        <pc:picChg chg="add mod modCrop">
          <ac:chgData name="Chloe Manning-Moore" userId="2b4447b4bf610ad8" providerId="LiveId" clId="{5AFA5738-9F16-48C6-B99D-873D8C883178}" dt="2024-12-04T18:46:19.806" v="413" actId="14100"/>
          <ac:picMkLst>
            <pc:docMk/>
            <pc:sldMk cId="2848489557" sldId="263"/>
            <ac:picMk id="9" creationId="{7126E792-9E16-CE0C-FB71-99467369A834}"/>
          </ac:picMkLst>
        </pc:picChg>
        <pc:picChg chg="add mod modCrop">
          <ac:chgData name="Chloe Manning-Moore" userId="2b4447b4bf610ad8" providerId="LiveId" clId="{5AFA5738-9F16-48C6-B99D-873D8C883178}" dt="2024-12-04T18:46:52.803" v="419" actId="1076"/>
          <ac:picMkLst>
            <pc:docMk/>
            <pc:sldMk cId="2848489557" sldId="263"/>
            <ac:picMk id="11" creationId="{EDAE9823-13D2-F806-5EE4-61F6DD5DF2D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C5434F-E2EB-4252-8961-8681987B9255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FF1271-9D92-4860-A4B9-2AC124166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356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 at both R1 and R2 aka forward and reverse reads</a:t>
            </a:r>
          </a:p>
          <a:p>
            <a:r>
              <a:rPr lang="en-US" dirty="0"/>
              <a:t>Recognize and remember the  scoring of red and yellow. </a:t>
            </a:r>
          </a:p>
          <a:p>
            <a:r>
              <a:rPr lang="en-US" dirty="0"/>
              <a:t>For the per base sequence quality determine when the quality score goes below the 20 threshold</a:t>
            </a:r>
          </a:p>
          <a:p>
            <a:r>
              <a:rPr lang="en-US" dirty="0"/>
              <a:t>Its common for the reverse read to have more impurities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FF1271-9D92-4860-A4B9-2AC12416662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157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Review and compare scores of trimmed and untrimmed reads to ensure the remaining sequences are of high value and can continue to be used.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FF1271-9D92-4860-A4B9-2AC12416662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6140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9AE2A-530F-EA9C-B143-0FBB4BF5E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0EDD49-73F1-12D9-7A91-6CBF7773B5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715275-D4D1-6993-74C1-070500B4F3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Review and compare scores of trimmed and untrimmed reads to ensure the remaining sequences are of high value and can continue to be used.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3104F5-DA8A-6546-84E4-41ED4D6D1C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FF1271-9D92-4860-A4B9-2AC12416662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613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4A2A7-2A30-75DB-A3C1-862659ECFF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379952-BED6-1D85-D158-69748C74FE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25F594-0307-1D1C-A3B8-A4C54266E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0C0B4-B060-4B34-96FA-7E4BECCF454E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F62DA-CFDC-5BB5-190C-B1A54B0C8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0567D-C478-396D-D3D5-C3F0C6477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1EEF4-EF31-4BD3-BFD5-A67ADAC6B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470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A6414-D97B-7AAC-FF55-B4ABEA814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47BC5-1678-E5D0-5A06-484174FFA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CB7328-032C-0162-F325-E13662EB9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0C0B4-B060-4B34-96FA-7E4BECCF454E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A439B0-5BF4-0E03-72C1-E4360A24D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0D0C3-47B7-22FE-3084-E89E84CBB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1EEF4-EF31-4BD3-BFD5-A67ADAC6B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698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A4FA1-D997-032A-844E-2999008AA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589A3F-D6A8-9D17-6D11-3852F28943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D40E2-9409-702C-B52E-E4DB3D1E3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0C0B4-B060-4B34-96FA-7E4BECCF454E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79DDF-F20A-8E3C-38B5-FB255F7A4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54D55-228B-1C0B-503B-10A2F8C8D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1EEF4-EF31-4BD3-BFD5-A67ADAC6B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976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8960B-EF97-B90D-271A-7C1B1E936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F71F4-80C5-64E8-182E-FD6EBFBFD0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66D406-9B16-0D01-CF48-09FA9ECC10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7B19EF-A014-C89F-790D-D6A3A91CE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0C0B4-B060-4B34-96FA-7E4BECCF454E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4EDA92-B3B4-B173-A872-DBCF8EF68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D1EBA4-DA5D-33D8-2B61-313EB6435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1EEF4-EF31-4BD3-BFD5-A67ADAC6B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03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1848E-4E5F-49CC-E0A5-9A8597D83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A761B-3402-2BB0-B520-669786731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C25B60-0CED-A186-0EA6-BF087FD5F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22EE01-25E6-E4DF-FEF5-1936F4961D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C65008-11A0-F05B-49D6-144C7BFBC5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C236C9-4209-31DB-B5FA-26B3C3E3A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0C0B4-B060-4B34-96FA-7E4BECCF454E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455148-4ABF-4694-CCE8-C12E549BD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EBB86-3031-B2BB-37B3-2405B2676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1EEF4-EF31-4BD3-BFD5-A67ADAC6B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678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5A0CE-6AD9-C921-7F74-B145E9056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7E7F03-8C32-218A-0D60-B90FFDD2A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0C0B4-B060-4B34-96FA-7E4BECCF454E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647D8B-F503-15C9-5092-C1625CF2D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1F2318-ECDA-91B4-2177-76D2E95C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1EEF4-EF31-4BD3-BFD5-A67ADAC6B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254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0540F0-5263-DDFA-BA59-0C46FB9E7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0C0B4-B060-4B34-96FA-7E4BECCF454E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380B4D-83D0-39F5-8214-3A7F76B7C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52B75C-B6B9-FBD4-A99E-B0F3F70E5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1EEF4-EF31-4BD3-BFD5-A67ADAC6B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885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EF089-2E71-0DE0-A424-0D44A64D3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E3D29-8FD8-137B-D4DD-3261A627F2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FE157E-5DD4-217A-4E84-8D04099798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F9E2C1-F842-AAE5-12BB-003FC1305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0C0B4-B060-4B34-96FA-7E4BECCF454E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4654BA-E76D-447F-A01C-B10CDE783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4425FC-4AB4-32B5-8A3F-04C5C00CE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1EEF4-EF31-4BD3-BFD5-A67ADAC6B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28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1EDF7-5C92-2751-CF67-E1CCFC30A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57E1AD-0474-A702-E415-B5838DAF79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6E3EE-DE9B-1098-92C7-892D7C7286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0E83AD-8962-D890-5B24-60AAC85ED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0C0B4-B060-4B34-96FA-7E4BECCF454E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76C58C-09ED-3040-3DE9-3414EECF2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749AA-4B41-2155-544F-0DF556A66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1EEF4-EF31-4BD3-BFD5-A67ADAC6B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758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93406-CDEA-0FD5-086C-6EC46A720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4C99BA-D5EA-E31D-61D6-AA5CB4D192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D44FD-D20D-4D9B-2AEE-A84623E81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0C0B4-B060-4B34-96FA-7E4BECCF454E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DCB87-B53C-1D45-278E-02A9C0F5C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074C93-645A-B735-5DB2-3495443F4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1EEF4-EF31-4BD3-BFD5-A67ADAC6B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514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8D161F-0274-39B2-26D7-C84A19D148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DD6DE9-C1C4-A4FC-8CC1-C1451D260A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42851-8087-2789-A9D2-9841EC756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0C0B4-B060-4B34-96FA-7E4BECCF454E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FA06C-0C35-5ECD-F8BA-D50AE9B11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3EB3E-2B1C-A936-927B-99768AF08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1EEF4-EF31-4BD3-BFD5-A67ADAC6B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730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EC8B58-0AC9-9CC0-39EE-97661500F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F9D0EC-7F27-B698-E4F9-09FDF4E99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5513C-3C28-5873-5EA9-D7250943F3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C0C0B4-B060-4B34-96FA-7E4BECCF454E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FCE7E7-758F-6A3E-82BA-D02D853F3E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7865F-6551-0DD5-61A5-9E55BF0CF3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41EEF4-EF31-4BD3-BFD5-A67ADAC6B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343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D872A7-9DB3-7C84-5891-4486C96D7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6600" dirty="0"/>
              <a:t>Practical Computing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05D4DB-3AFF-C147-AB91-1FED81070A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1" y="4872922"/>
            <a:ext cx="3933306" cy="1208141"/>
          </a:xfrm>
        </p:spPr>
        <p:txBody>
          <a:bodyPr>
            <a:noAutofit/>
          </a:bodyPr>
          <a:lstStyle/>
          <a:p>
            <a:pPr algn="l"/>
            <a:r>
              <a:rPr lang="en-US" dirty="0"/>
              <a:t>Chloe Brown</a:t>
            </a:r>
          </a:p>
          <a:p>
            <a:pPr algn="l"/>
            <a:r>
              <a:rPr lang="en-US" dirty="0"/>
              <a:t>MS Biology McKinnon Lab</a:t>
            </a:r>
          </a:p>
          <a:p>
            <a:pPr algn="l"/>
            <a:r>
              <a:rPr lang="en-US" dirty="0"/>
              <a:t>East Carolina University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2976BD-2DA8-7B02-90E5-4069B0CE7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666176"/>
            <a:ext cx="6846363" cy="5374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383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81ACA-3F35-7D5C-769C-99C188EC5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7B50F-21D3-3BD8-5074-514B03405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</a:t>
            </a: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educed sexual dimorphism across populations </a:t>
            </a:r>
          </a:p>
          <a:p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Further investigate the evolutionary mechanisms and genetic basis of female conspicuous throat coloration </a:t>
            </a:r>
          </a:p>
          <a:p>
            <a:r>
              <a:rPr lang="en-US" kern="10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</a:t>
            </a:r>
            <a:r>
              <a:rPr lang="en-US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iscovering </a:t>
            </a: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if females exhibiting orange-red throats are masculinized in other way across the genome</a:t>
            </a:r>
          </a:p>
          <a:p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Determine if the same genomic regions across sexes contribute to orange-red throat coloration and the genetic mechanisms associated with them. </a:t>
            </a:r>
          </a:p>
          <a:p>
            <a:r>
              <a:rPr lang="en-US" dirty="0"/>
              <a:t>Genome Wide Association Study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0581F8-60D2-2A0E-B7C8-0648400CE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5844" y="44625"/>
            <a:ext cx="4170025" cy="16460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06821F5-7A6A-2E55-F934-78CCF5971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5869" y="0"/>
            <a:ext cx="4157832" cy="164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108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6E5D22-0261-D1EA-45C0-1DB98378E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n-US" sz="4000" dirty="0"/>
              <a:t>Raw Reads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13BEB-FA5F-2B83-88E6-F6BC9A5A6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144" cy="3407324"/>
          </a:xfrm>
        </p:spPr>
        <p:txBody>
          <a:bodyPr anchor="t">
            <a:normAutofit/>
          </a:bodyPr>
          <a:lstStyle/>
          <a:p>
            <a:r>
              <a:rPr lang="en-US" dirty="0"/>
              <a:t>DNA was extracted from Canadian stickleback </a:t>
            </a:r>
          </a:p>
          <a:p>
            <a:r>
              <a:rPr lang="en-US" dirty="0"/>
              <a:t>150 raw reads</a:t>
            </a:r>
          </a:p>
          <a:p>
            <a:r>
              <a:rPr lang="en-US" dirty="0"/>
              <a:t>Forward and reverse reads</a:t>
            </a:r>
          </a:p>
          <a:p>
            <a:r>
              <a:rPr lang="en-US" dirty="0"/>
              <a:t>Segmented pieces </a:t>
            </a:r>
          </a:p>
          <a:p>
            <a:endParaRPr lang="en-US" sz="17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4768D8-25AC-F10E-8FD9-7AB057FA3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195" y="251612"/>
            <a:ext cx="7392442" cy="56737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D029203-AEE7-FA95-C1B3-41C65F317509}"/>
              </a:ext>
            </a:extLst>
          </p:cNvPr>
          <p:cNvSpPr txBox="1"/>
          <p:nvPr/>
        </p:nvSpPr>
        <p:spPr>
          <a:xfrm>
            <a:off x="4471052" y="3941197"/>
            <a:ext cx="19724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Bonsall Creek Freshwater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6D34AC-186B-A688-E2A2-BA360860C0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0235" y="4233584"/>
            <a:ext cx="1972402" cy="7852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031E05-7110-8519-7340-B848901954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0959" y="251612"/>
            <a:ext cx="1705466" cy="7372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CEC6C42-6CDA-4523-D382-78476A8C67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7694" y="259385"/>
            <a:ext cx="1863265" cy="729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491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474B6-353E-0EDB-509D-D783FD74A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58313" y="1125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Run </a:t>
            </a:r>
            <a:r>
              <a:rPr lang="en-US" dirty="0" err="1"/>
              <a:t>FastQC</a:t>
            </a:r>
            <a:r>
              <a:rPr lang="en-US" dirty="0"/>
              <a:t> on Raw Reads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75859-E3A5-29E1-1808-480D12ED7B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6400" y="696686"/>
            <a:ext cx="2540000" cy="10614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R2</a:t>
            </a:r>
          </a:p>
          <a:p>
            <a:pPr marL="0" indent="0">
              <a:buNone/>
            </a:pPr>
            <a:r>
              <a:rPr lang="en-US" dirty="0"/>
              <a:t>Reverse read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5AF42A-F953-37CC-AECA-BC7B401039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96674"/>
            <a:ext cx="5537307" cy="5022773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8A1EF5B-ED9A-17B2-E999-C9DE43A034E0}"/>
              </a:ext>
            </a:extLst>
          </p:cNvPr>
          <p:cNvSpPr txBox="1">
            <a:spLocks/>
          </p:cNvSpPr>
          <p:nvPr/>
        </p:nvSpPr>
        <p:spPr>
          <a:xfrm>
            <a:off x="304800" y="696686"/>
            <a:ext cx="4005943" cy="10614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R1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Forward read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C99306-06A2-AE50-5DA3-AAC2B33189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7307" y="1835227"/>
            <a:ext cx="6747009" cy="5022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841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9DC06-BE71-68C1-12F3-6B2B8FEF1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Trimmomatic-0.39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BEC12A-C7CF-1E06-AB20-C88F6CF422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428"/>
          <a:stretch/>
        </p:blipFill>
        <p:spPr>
          <a:xfrm>
            <a:off x="0" y="1971005"/>
            <a:ext cx="12220292" cy="2750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022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A9ADF-4ED9-36DF-376D-0E7DB0761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942397"/>
          </a:xfrm>
        </p:spPr>
        <p:txBody>
          <a:bodyPr/>
          <a:lstStyle/>
          <a:p>
            <a:r>
              <a:rPr lang="en-US" dirty="0"/>
              <a:t>New Trimmed </a:t>
            </a:r>
            <a:r>
              <a:rPr lang="en-US" dirty="0" err="1"/>
              <a:t>FastQC</a:t>
            </a:r>
            <a:r>
              <a:rPr lang="en-US" dirty="0"/>
              <a:t> : Forward Reads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B1E69-2560-D2E6-98DD-2A2323C76E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6065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R1 Raw read                                                R1 Trimmed paired read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E72769-852A-141B-6BC5-6E353BE10F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46010"/>
            <a:ext cx="5636524" cy="50235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9133E50-EBEF-D6A4-7891-34890ABCBD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6524" y="1546009"/>
            <a:ext cx="6555475" cy="502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735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2A227-11DF-F7A5-C129-4875DD520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5BB45-801B-662B-3693-A6E920199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942397"/>
          </a:xfrm>
        </p:spPr>
        <p:txBody>
          <a:bodyPr/>
          <a:lstStyle/>
          <a:p>
            <a:r>
              <a:rPr lang="en-US" dirty="0"/>
              <a:t>New Trimmed </a:t>
            </a:r>
            <a:r>
              <a:rPr lang="en-US" dirty="0" err="1"/>
              <a:t>FastQC</a:t>
            </a:r>
            <a:r>
              <a:rPr lang="en-US" dirty="0"/>
              <a:t> : Reverse Reads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6D25C-51EA-130C-FFAD-60C2A7200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960652"/>
            <a:ext cx="11615351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R2 Raw read                                                                      R2 Trimmed paired read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166143-45FC-86D7-17D1-13835AD074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46010"/>
            <a:ext cx="6232349" cy="52937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97F46B-AC44-BFA2-7A8D-8B78E1889E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2348" y="1546010"/>
            <a:ext cx="5959651" cy="5293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643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43C1C-9DAC-C2FD-3E3A-D8A3E4C27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8668" y="1"/>
            <a:ext cx="8385132" cy="801665"/>
          </a:xfrm>
        </p:spPr>
        <p:txBody>
          <a:bodyPr/>
          <a:lstStyle/>
          <a:p>
            <a:r>
              <a:rPr lang="en-US" dirty="0"/>
              <a:t>Before and After Trimming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FCA6C-697C-03E5-2991-5EFBFC4488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1039" y="830535"/>
            <a:ext cx="10515600" cy="537529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Raw Forward Read					Raw Reverse Reads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Trimmed Forward Reads			Trimmed Reverse Reads	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994F93-BF59-530D-EB88-830371F0EB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4084" r="23858"/>
          <a:stretch/>
        </p:blipFill>
        <p:spPr>
          <a:xfrm>
            <a:off x="6258839" y="3894484"/>
            <a:ext cx="6047495" cy="21721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AE529F-9A0D-2BFC-85B6-2C7744C2E7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331" r="38386" b="3753"/>
          <a:stretch/>
        </p:blipFill>
        <p:spPr>
          <a:xfrm>
            <a:off x="0" y="3894484"/>
            <a:ext cx="6263014" cy="21721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26E792-9E16-CE0C-FB71-99467369A83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0781" r="21972"/>
          <a:stretch/>
        </p:blipFill>
        <p:spPr>
          <a:xfrm>
            <a:off x="0" y="1296020"/>
            <a:ext cx="7056109" cy="213297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DAE9823-13D2-F806-5EE4-61F6DD5DF2D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6073" r="24057"/>
          <a:stretch/>
        </p:blipFill>
        <p:spPr>
          <a:xfrm>
            <a:off x="6712177" y="1326392"/>
            <a:ext cx="5479823" cy="217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489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279</TotalTime>
  <Words>252</Words>
  <Application>Microsoft Office PowerPoint</Application>
  <PresentationFormat>Widescreen</PresentationFormat>
  <Paragraphs>42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Practical Computing</vt:lpstr>
      <vt:lpstr>Thesis</vt:lpstr>
      <vt:lpstr>Raw Reads</vt:lpstr>
      <vt:lpstr>Run FastQC on Raw Reads</vt:lpstr>
      <vt:lpstr>Trimmomatic-0.39</vt:lpstr>
      <vt:lpstr>New Trimmed FastQC : Forward Reads</vt:lpstr>
      <vt:lpstr>New Trimmed FastQC : Reverse Reads</vt:lpstr>
      <vt:lpstr>Before and After Trimming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Chloe Manning-Moore</dc:creator>
  <cp:lastModifiedBy>Chloe Manning-Moore</cp:lastModifiedBy>
  <cp:revision>1</cp:revision>
  <dcterms:created xsi:type="dcterms:W3CDTF">2024-12-02T22:19:11Z</dcterms:created>
  <dcterms:modified xsi:type="dcterms:W3CDTF">2024-12-05T21:45:31Z</dcterms:modified>
</cp:coreProperties>
</file>